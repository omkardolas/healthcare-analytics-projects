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Risk Adjustment Accuracy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Medicare Advantage &amp; ACA | Payment years 2023-2025 | Synthetic data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Highest average RAF in 2025: D-SNP (0.852), +7.5% vs prior year.</a:t>
            </a:r>
          </a:p>
          <a:p>
            <a:pPr>
              <a:defRPr sz="1800"/>
            </a:pPr>
            <a:r>
              <a:t>MA average RAF ranges 0.818-0.852 across plans.</a:t>
            </a:r>
          </a:p>
          <a:p>
            <a:pPr>
              <a:defRPr sz="1800"/>
            </a:pPr>
            <a:r>
              <a:t>Lowest HCC recapture: ACA Silver at 85.7%; highest: D-SNP at 90.6%.</a:t>
            </a:r>
          </a:p>
          <a:p>
            <a:pPr>
              <a:defRPr sz="1800"/>
            </a:pPr>
            <a:r>
              <a:t>Each un-recaptured chronic HCC understates risk scores and revenue; recapture gaps are the largest controllable driver of RAF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RAF trend and HCC recapture by plan</a:t>
            </a:r>
          </a:p>
        </p:txBody>
      </p:sp>
      <p:pic>
        <p:nvPicPr>
          <p:cNvPr id="3" name="Picture 2" descr="raf_trend_and_re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prevalent MA conditions,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HCC19 Diabetes without Complication: 22.4% of members (coef 0.105)</a:t>
            </a:r>
          </a:p>
          <a:p>
            <a:pPr>
              <a:defRPr sz="1800"/>
            </a:pPr>
            <a:r>
              <a:t>HCC18 Diabetes with Chronic Complications: 17.9% of members (coef 0.302)</a:t>
            </a:r>
          </a:p>
          <a:p>
            <a:pPr>
              <a:defRPr sz="1800"/>
            </a:pPr>
            <a:r>
              <a:t>HCC138 Chronic Kidney Disease, Moderate (Stage 3): 15.4% of members (coef 0.069)</a:t>
            </a:r>
          </a:p>
          <a:p>
            <a:pPr>
              <a:defRPr sz="1800"/>
            </a:pPr>
            <a:r>
              <a:t>HCC111 Chronic Obstructive Pulmonary Disease: 14.1% of members (coef 0.335)</a:t>
            </a:r>
          </a:p>
          <a:p>
            <a:pPr>
              <a:defRPr sz="1800"/>
            </a:pPr>
            <a:r>
              <a:t>HCC96 Specified Heart Arrhythmias: 13.0% of members (coef 0.268)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and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 validation checks run before reporting; 25 records quarantined (missing_county, invalid_raf_score).</a:t>
            </a:r>
          </a:p>
          <a:p>
            <a:pPr>
              <a:defRPr sz="1800"/>
            </a:pPr>
            <a:r>
              <a:t>Recapture rate = prior-year HCCs documented again this year / prior-year HCCs, per member and HCC.</a:t>
            </a:r>
          </a:p>
          <a:p>
            <a:pPr>
              <a:defRPr sz="1800"/>
            </a:pPr>
            <a:r>
              <a:t>YoY RAF change tested with Welch's t-test; RAF drivers estimated with OLS regression.</a:t>
            </a:r>
          </a:p>
          <a:p>
            <a:pPr>
              <a:defRPr sz="1800"/>
            </a:pPr>
            <a:r>
              <a:t>Data is synthetic and CMS-structured; HCC coefficients are illustrative, not official CMS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Prioritize chart reviews and annual wellness visits for ACA Silver members with un-recaptured HCCs.</a:t>
            </a:r>
          </a:p>
          <a:p>
            <a:pPr>
              <a:defRPr sz="1800"/>
            </a:pPr>
            <a:r>
              <a:t>Add a monthly recapture tracker to the operational dashboard by provider group.</a:t>
            </a:r>
          </a:p>
          <a:p>
            <a:pPr>
              <a:defRPr sz="1800"/>
            </a:pPr>
            <a:r>
              <a:t>Validate RAF movement against finance and actuarial revenue forecasts each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